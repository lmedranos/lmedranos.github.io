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D94B-1FFF-057D-C081-5FFEF064A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7F9AF-46AC-5BD3-96B7-E5F9A4979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4B2D0-5BC2-65DA-85BE-14CC077DB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BE154-D240-50C2-C834-651BC6E1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435CA-BE77-47D5-9CC4-95742316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6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C126-B4EB-F1AA-9B0B-73891714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86450-10AA-2722-260D-D6D075993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ADA83-2F6B-9A1E-E7A1-1FC6C485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BBE7E-E807-26FD-9290-6178CE88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B2AEA-51B7-B2D4-EFF0-86582F2B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3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EEE9-9272-4342-306D-195AD83B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4A85-F068-B4EC-2ABB-0742A329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82FBA-2FBF-84F1-45E7-2E169EE8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E186D-5F9E-31D0-B72A-643126C3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88279-FEA9-867A-0CDF-251CE900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3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470F-4468-D699-B46F-2F46A29F8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2B5E-C177-9526-40D1-E7FF0DC62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C084C-779C-8089-45F5-A8B78CF65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F8703-A51F-92BC-D505-E3CC4FE5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D74C9-913B-1CCB-BA93-7AD06B90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ED6AE-5B6B-5F2D-5AB1-E9E330F2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5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4018-A190-4D9F-B227-92C22C2B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5E5AE-F0BD-F5D8-BDE5-1053BF12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6852F-523B-720A-4962-F93B5E1FA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6ECB8-8E10-E566-858A-494127B33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80ACC-D38D-68F2-2F13-611F685EE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6111E2-9B00-2C9F-9D5F-ACEE65D88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AC1CC-D310-4FD2-7137-24A29347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83062-4B90-1A9D-FD6F-9FEEEF69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DD7E-F03E-F425-97DE-088FC665C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8E034-7DDC-FA0B-295E-125B6F7F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7A8CF-D7ED-4DF7-B103-B58BFC2B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0C523-7D93-F995-4732-E18BA4E9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2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4C761-C3B1-5DBF-B27E-8B8CBBF7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A6AB1-5615-BC95-0F9E-B8BA99A7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DF86B-A54C-65D1-A939-F9066F0C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8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0132B-AE4D-CA6C-CBB7-A788110E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9F472-E56C-82C9-EEA3-81FBBABB8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BC7A2-02A5-5140-294C-AB53190A5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6B343-E894-B613-10E2-9D180515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00663-8E36-3EF9-6600-BB492544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F52EA-3084-3DD8-5EB4-9458654A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3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314DA-2A60-CED8-A357-29B28ECA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DF25DE-3B4B-B6F9-BF44-0C1CBF4BB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FC359-7745-50C2-66C6-8257067AD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FE901-8509-C487-D5F4-16FC3C6B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366E9-C134-9E4E-D789-1370A8C9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6E934-ED64-8282-1258-6E31F425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67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1E48-1DAE-B6A6-13F1-C7CACE32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43AAD-B57B-6DF1-E76A-38A7EE493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AA5C2-3CC1-2FC3-ED11-BC46D3511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F5BB6-3B86-649A-1836-D1E94FAD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B5AD2-2BF4-ABC1-8A43-8797F182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4E192-E343-4447-B601-6497893E6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E32F9-D0CA-DB46-CCD1-404048140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2A432-422D-64D1-5E5E-E48CCC06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CAB8A-30AB-A434-120E-05A1C8F2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CB195-0A3D-8218-8131-AB2D1C50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633EAB-F36E-D03C-12E6-38A13838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47580-E874-9850-90A1-C21B01005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5620A-8CDB-B431-56B2-69C1386E8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79A0F-5CE1-7843-925C-6B54593BF053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1595-D46D-7288-CA20-FFB012366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045A5-18C6-BDF6-CC8E-7EB443356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36B1F-AEF5-DC4F-810C-BA2AD3CD0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0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1D32D162-011E-3EF0-F62F-FAA35E2D8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318" y="1514924"/>
            <a:ext cx="2392077" cy="1936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CD911E-3C06-E2E7-5677-7A851F16A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4" r="26485" b="50687"/>
          <a:stretch>
            <a:fillRect/>
          </a:stretch>
        </p:blipFill>
        <p:spPr bwMode="auto">
          <a:xfrm>
            <a:off x="5347853" y="1514924"/>
            <a:ext cx="1829295" cy="1936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7876FE-826C-B12F-D112-AFAC25E9E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76" b="6696"/>
          <a:stretch>
            <a:fillRect/>
          </a:stretch>
        </p:blipFill>
        <p:spPr bwMode="auto">
          <a:xfrm>
            <a:off x="7441994" y="1514924"/>
            <a:ext cx="2506570" cy="1936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A close-up of a structure&#10;&#10;Description automatically generated">
            <a:extLst>
              <a:ext uri="{FF2B5EF4-FFF2-40B4-BE49-F238E27FC236}">
                <a16:creationId xmlns:a16="http://schemas.microsoft.com/office/drawing/2014/main" id="{15FD6D25-671D-0721-CF6D-A2A3B1D8E13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5" r="5895" b="1194"/>
          <a:stretch/>
        </p:blipFill>
        <p:spPr>
          <a:xfrm rot="5400000">
            <a:off x="3727068" y="3730079"/>
            <a:ext cx="739588" cy="2029237"/>
          </a:xfrm>
          <a:prstGeom prst="rect">
            <a:avLst/>
          </a:prstGeom>
        </p:spPr>
      </p:pic>
      <p:pic>
        <p:nvPicPr>
          <p:cNvPr id="8" name="Picture 7" descr="A diagram of a nanoscale film&#10;&#10;Description automatically generated">
            <a:extLst>
              <a:ext uri="{FF2B5EF4-FFF2-40B4-BE49-F238E27FC236}">
                <a16:creationId xmlns:a16="http://schemas.microsoft.com/office/drawing/2014/main" id="{C2A3C3D2-00F0-D3A7-F507-834BBF2DA02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" t="14984" r="-1"/>
          <a:stretch/>
        </p:blipFill>
        <p:spPr>
          <a:xfrm>
            <a:off x="5646739" y="4068590"/>
            <a:ext cx="3919269" cy="1365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84E945-415A-354A-7D40-7795C2DC85D2}"/>
              </a:ext>
            </a:extLst>
          </p:cNvPr>
          <p:cNvSpPr txBox="1"/>
          <p:nvPr/>
        </p:nvSpPr>
        <p:spPr>
          <a:xfrm>
            <a:off x="2851669" y="1166704"/>
            <a:ext cx="1835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LU" sz="1400" b="1" dirty="0"/>
              <a:t>Strain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2DE191-BCBF-57E4-7BE3-47DD746179EE}"/>
              </a:ext>
            </a:extLst>
          </p:cNvPr>
          <p:cNvSpPr txBox="1"/>
          <p:nvPr/>
        </p:nvSpPr>
        <p:spPr>
          <a:xfrm>
            <a:off x="5393704" y="1166704"/>
            <a:ext cx="1737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/>
              <a:t>G</a:t>
            </a:r>
            <a:r>
              <a:rPr lang="en-LU" sz="1400" b="1" dirty="0"/>
              <a:t>rain boundaries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C96551-3D58-1B2C-3F1E-AA26F7B9B1DA}"/>
              </a:ext>
            </a:extLst>
          </p:cNvPr>
          <p:cNvSpPr txBox="1"/>
          <p:nvPr/>
        </p:nvSpPr>
        <p:spPr>
          <a:xfrm>
            <a:off x="3408771" y="3952659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b="1" dirty="0"/>
              <a:t>CNT </a:t>
            </a:r>
            <a:r>
              <a:rPr lang="de-DE" sz="1400" b="1" dirty="0" err="1"/>
              <a:t>peapods</a:t>
            </a:r>
            <a:endParaRPr lang="en-LU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D17D4F-B85E-F7D2-28F6-41ABAC22BD8D}"/>
              </a:ext>
            </a:extLst>
          </p:cNvPr>
          <p:cNvSpPr txBox="1"/>
          <p:nvPr/>
        </p:nvSpPr>
        <p:spPr>
          <a:xfrm>
            <a:off x="6730692" y="3729724"/>
            <a:ext cx="1734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b="1" dirty="0" err="1"/>
              <a:t>Heterostructures</a:t>
            </a:r>
            <a:endParaRPr lang="en-LU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A2F24C-657C-1215-73E8-A2241F222CD9}"/>
              </a:ext>
            </a:extLst>
          </p:cNvPr>
          <p:cNvSpPr txBox="1"/>
          <p:nvPr/>
        </p:nvSpPr>
        <p:spPr>
          <a:xfrm>
            <a:off x="7610880" y="1166704"/>
            <a:ext cx="2168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b="1" dirty="0"/>
              <a:t>Substrate </a:t>
            </a:r>
            <a:r>
              <a:rPr lang="de-DE" sz="1400" b="1" dirty="0" err="1"/>
              <a:t>engineering</a:t>
            </a:r>
            <a:endParaRPr lang="en-LU" sz="1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DC3386-BE35-8AF1-341D-2A12F05EEBE5}"/>
              </a:ext>
            </a:extLst>
          </p:cNvPr>
          <p:cNvSpPr/>
          <p:nvPr/>
        </p:nvSpPr>
        <p:spPr>
          <a:xfrm>
            <a:off x="5855859" y="4037501"/>
            <a:ext cx="585134" cy="22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21E7FE-2A7D-FD8C-3644-6FD644CD0F7D}"/>
              </a:ext>
            </a:extLst>
          </p:cNvPr>
          <p:cNvSpPr/>
          <p:nvPr/>
        </p:nvSpPr>
        <p:spPr>
          <a:xfrm>
            <a:off x="8939029" y="4374903"/>
            <a:ext cx="626978" cy="461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105632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Medrano Sandonas, Leonardo Rafael</dc:creator>
  <cp:lastModifiedBy>Medrano Sandonas, Leonardo Rafael</cp:lastModifiedBy>
  <cp:revision>1</cp:revision>
  <dcterms:created xsi:type="dcterms:W3CDTF">2025-11-15T22:42:13Z</dcterms:created>
  <dcterms:modified xsi:type="dcterms:W3CDTF">2025-11-15T22:47:05Z</dcterms:modified>
</cp:coreProperties>
</file>